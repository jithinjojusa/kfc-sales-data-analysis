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8A2C-14CB-F28D-4FAE-07FC23FF9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EAB22-73BF-8C92-4A58-C2C5EBE1A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57919-A900-BA38-EB73-2D904DE5C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BB98E-57D9-4A2E-B223-6B983211383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9F211-4927-C5BA-8897-5D6EA5ED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0761C-046A-4A84-79DC-254AD235B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D315-4959-4F6D-B89C-733E1F288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01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721B-CDF8-FB0B-912E-302DF043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73D5B-A8A6-E974-08A5-64EDB7C16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E4591-40C4-ED7F-BF3D-54F3363FF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BB98E-57D9-4A2E-B223-6B983211383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0A90-325E-CAAD-48AF-AD46EDD9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5F150-DF04-9530-596C-0DDC2752A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D315-4959-4F6D-B89C-733E1F288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534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83AAE-E8FA-F9D9-B170-84C0A9071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84E0A-1AF4-9DBF-4923-D985AA013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67132-235F-EA58-1095-E6D21956C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BB98E-57D9-4A2E-B223-6B983211383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7C9A1-7CBF-99FB-163F-BD9B3231B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C6AA4-E747-25AA-7589-39F39706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D315-4959-4F6D-B89C-733E1F288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25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BF74-BD24-A680-B1DF-F87A86AAC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9C622-93AF-67B7-84C1-FA5760CBC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A60CA-2581-8325-16F7-85B59D7AA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AAA39-BA0F-A6E5-0195-37CE3B1A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BB98E-57D9-4A2E-B223-6B983211383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B6C16-00CA-01B0-B13E-9F223001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DB8FA-BAEE-CA4B-8388-6F800C340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D315-4959-4F6D-B89C-733E1F288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831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3E16-6D58-4BA1-F170-6B18C8EF4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C068D-F5E4-7EBF-4E67-972D4A4D5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83E10-FDCD-40D2-5592-3C4C7EAAA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36BB2-3726-A418-D09F-F7F143FDC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315D3-DFC6-CAB4-AC54-AFDAEBB69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0AC71-2F81-BA79-666D-C9F0732F2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BB98E-57D9-4A2E-B223-6B983211383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64AE0-5593-70AD-76B5-1C2F584EE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24756F-0FAA-4DB6-E9AB-8330314C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D315-4959-4F6D-B89C-733E1F288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87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258DB-6250-B9FC-E57B-AB6F3B4F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F5E994-4CAD-BA03-7A55-B8107EE0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BB98E-57D9-4A2E-B223-6B983211383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82FF9-0FC4-8010-FA11-3DF54DCB0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DAFA2-E88D-D62E-763E-ED248E153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D315-4959-4F6D-B89C-733E1F288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07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2B5B17-309B-B066-0296-8F1F2917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BB98E-57D9-4A2E-B223-6B983211383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995085-1439-F02E-39DB-2C1FCA67B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FB042-44BA-41F3-9D46-21575D016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D315-4959-4F6D-B89C-733E1F288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13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50410-6ADC-31C0-8C99-9F8C6D5BD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DCAAE-2B65-D30E-44B8-9BD31579F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F4D87-B141-E21C-E26A-C33BB59C3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B560F-6544-3789-6947-E63F359A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BB98E-57D9-4A2E-B223-6B983211383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7EC8C-CA00-4098-5BAC-23C510433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3361A-4FDB-4574-084B-21E32FE3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D315-4959-4F6D-B89C-733E1F288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712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DEDA-DB4D-6973-912B-EE315B631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9AFE64-A954-3B34-6C2C-91A76C111F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2AF1E-57FB-1170-4CF2-79697645A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321BA-A9CC-B9DC-0E2C-051E2B0CE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BB98E-57D9-4A2E-B223-6B983211383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3ACF2-7B24-FFF8-63AD-AE685637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6B93E-46F1-0CEE-EA60-C63CD01E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D315-4959-4F6D-B89C-733E1F288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228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3783-61E1-E21E-5199-A1384DA1B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373FC-D795-9FF9-3919-EE1A078FE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E9174-9E82-4CA3-4E01-2F116222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BB98E-57D9-4A2E-B223-6B983211383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BF116-8C16-B981-2CF4-6E9CF49B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63622-61CA-DD93-979E-B798EACDD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D315-4959-4F6D-B89C-733E1F288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268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744C80-61C1-265F-1D40-0C9FFBE41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BFE63-2CAA-61A8-68AE-DBAE241F6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CC636-D153-9A49-8451-1D38A7A0D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BB98E-57D9-4A2E-B223-6B983211383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50586-36D1-92A8-9CE1-E3B8DB58E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52853-4835-4FE6-EEE2-2BA1F83F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D315-4959-4F6D-B89C-733E1F288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90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14A3C2-4352-AD70-7745-F4C2D7387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D2C95-D1CD-2F46-9255-B015DE8D6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CC051-6301-37C8-EAD5-E00954129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BB98E-57D9-4A2E-B223-6B983211383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1E5D2-B2EA-AA07-560E-CDFB311E8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A98AC-9DB6-F8A3-4AB8-71C657F9E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3D315-4959-4F6D-B89C-733E1F288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929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8CB72-2BC0-394E-EB28-FF462F1107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kfc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B33E6-7F06-6883-B913-DBAD6FF6C1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744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F7D6B-0758-15E6-A318-EAC7BCBB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081D3-0E68-B2DD-9C9D-E2B1D62F3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Project Introduction</a:t>
            </a:r>
          </a:p>
          <a:p>
            <a:r>
              <a:rPr lang="en-US" b="1" dirty="0"/>
              <a:t>Title: KFC Sales &amp; Performance Analysis</a:t>
            </a:r>
            <a:endParaRPr lang="en-US" dirty="0"/>
          </a:p>
          <a:p>
            <a:r>
              <a:rPr lang="en-US" b="1" dirty="0"/>
              <a:t>Content:</a:t>
            </a:r>
            <a:endParaRPr lang="en-US" dirty="0"/>
          </a:p>
          <a:p>
            <a:r>
              <a:rPr lang="en-US" i="1" dirty="0"/>
              <a:t>KFC (Kentucky Fried Chicken)</a:t>
            </a:r>
            <a:r>
              <a:rPr lang="en-US" dirty="0"/>
              <a:t> is one of the world’s largest fast-food chains, known for its fried chicken products and global presence. This project focuses on analyzing KFC’s sales data to gain insights into business performance, customer preferences, and operational efficiency.</a:t>
            </a:r>
          </a:p>
          <a:p>
            <a:pPr marL="0" indent="0">
              <a:buNone/>
            </a:pPr>
            <a:r>
              <a:rPr lang="en-US" dirty="0"/>
              <a:t>Using </a:t>
            </a:r>
            <a:r>
              <a:rPr lang="en-US" b="1" dirty="0"/>
              <a:t>Power BI</a:t>
            </a:r>
            <a:r>
              <a:rPr lang="en-US" dirty="0"/>
              <a:t>, this dashboard provides a visual representation of key metrics such as sales, profit, product performance, and regional trends. The goal is to transform raw data into meaningful insights that support better business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046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6B99-B01D-314E-B1BB-B7D5CDE5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0D9A3-5298-64A7-A53E-329E1502F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: Project Objectives</a:t>
            </a:r>
          </a:p>
          <a:p>
            <a:r>
              <a:rPr lang="en-US" b="1" dirty="0"/>
              <a:t>Title: Objectives of the Project</a:t>
            </a:r>
            <a:endParaRPr lang="en-US" dirty="0"/>
          </a:p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To analyze </a:t>
            </a:r>
            <a:r>
              <a:rPr lang="en-US" b="1" dirty="0"/>
              <a:t>total sales and revenue trends</a:t>
            </a:r>
            <a:r>
              <a:rPr lang="en-US" dirty="0"/>
              <a:t> over time </a:t>
            </a:r>
          </a:p>
          <a:p>
            <a:r>
              <a:rPr lang="en-US" dirty="0"/>
              <a:t>To evaluate </a:t>
            </a:r>
            <a:r>
              <a:rPr lang="en-US" b="1" dirty="0"/>
              <a:t>profitability</a:t>
            </a:r>
            <a:r>
              <a:rPr lang="en-US" dirty="0"/>
              <a:t> across different products and categories </a:t>
            </a:r>
          </a:p>
          <a:p>
            <a:r>
              <a:rPr lang="en-US" dirty="0"/>
              <a:t>To identify </a:t>
            </a:r>
            <a:r>
              <a:rPr lang="en-US" b="1" dirty="0"/>
              <a:t>top-performing products and underperforming items</a:t>
            </a:r>
            <a:r>
              <a:rPr lang="en-US" dirty="0"/>
              <a:t> </a:t>
            </a:r>
          </a:p>
          <a:p>
            <a:r>
              <a:rPr lang="en-US" dirty="0"/>
              <a:t>To study </a:t>
            </a:r>
            <a:r>
              <a:rPr lang="en-US" b="1" dirty="0"/>
              <a:t>customer purchasing behavior and preferences</a:t>
            </a:r>
            <a:r>
              <a:rPr lang="en-US" dirty="0"/>
              <a:t> </a:t>
            </a:r>
          </a:p>
          <a:p>
            <a:r>
              <a:rPr lang="en-US" dirty="0"/>
              <a:t>To compare </a:t>
            </a:r>
            <a:r>
              <a:rPr lang="en-US" b="1" dirty="0"/>
              <a:t>regional or outlet-wise performance</a:t>
            </a:r>
            <a:r>
              <a:rPr lang="en-US" dirty="0"/>
              <a:t> </a:t>
            </a:r>
          </a:p>
          <a:p>
            <a:r>
              <a:rPr lang="en-US" dirty="0"/>
              <a:t>To create </a:t>
            </a:r>
            <a:r>
              <a:rPr lang="en-US" b="1" dirty="0"/>
              <a:t>interactive dashboards</a:t>
            </a:r>
            <a:r>
              <a:rPr lang="en-US" dirty="0"/>
              <a:t> for easy data visualization </a:t>
            </a:r>
          </a:p>
          <a:p>
            <a:r>
              <a:rPr lang="en-US" dirty="0"/>
              <a:t>To support </a:t>
            </a:r>
            <a:r>
              <a:rPr lang="en-US" b="1" dirty="0"/>
              <a:t>data-driven decision-making</a:t>
            </a:r>
            <a:r>
              <a:rPr lang="en-US" dirty="0"/>
              <a:t> for business growth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4270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kfc</vt:lpstr>
      <vt:lpstr>introduction</vt:lpstr>
      <vt:lpstr>objective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CHRISTY .</dc:creator>
  <cp:lastModifiedBy>CHRISTY .</cp:lastModifiedBy>
  <cp:revision>1</cp:revision>
  <dcterms:created xsi:type="dcterms:W3CDTF">2026-04-03T17:04:58Z</dcterms:created>
  <dcterms:modified xsi:type="dcterms:W3CDTF">2026-04-03T17:05:24Z</dcterms:modified>
</cp:coreProperties>
</file>